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581525"/>
            <a:ext cx="466725" cy="466725"/>
          </a:xfrm>
          <a:prstGeom prst="ellipse">
            <a:avLst/>
          </a:prstGeom>
          <a:solidFill>
            <a:srgbClr val="E1EEE6"/>
          </a:solidFill>
          <a:ln/>
        </p:spPr>
      </p:sp>
      <p:sp>
        <p:nvSpPr>
          <p:cNvPr id="3" name="Shape 1"/>
          <p:cNvSpPr/>
          <p:nvPr/>
        </p:nvSpPr>
        <p:spPr>
          <a:xfrm>
            <a:off x="8486775" y="4581525"/>
            <a:ext cx="466725" cy="466725"/>
          </a:xfrm>
          <a:prstGeom prst="ellipse">
            <a:avLst/>
          </a:prstGeom>
          <a:solidFill>
            <a:srgbClr val="E1EEE6"/>
          </a:solidFill>
          <a:ln/>
        </p:spPr>
      </p:sp>
      <p:sp>
        <p:nvSpPr>
          <p:cNvPr id="4" name="Text 2"/>
          <p:cNvSpPr/>
          <p:nvPr/>
        </p:nvSpPr>
        <p:spPr>
          <a:xfrm>
            <a:off x="190500" y="95250"/>
            <a:ext cx="9220200" cy="2000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spc="-236" kern="0" dirty="0">
                <a:solidFill>
                  <a:srgbClr val="E1EEE6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UNO</a:t>
            </a:r>
            <a:endParaRPr lang="en-US" sz="7875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875" b="1" spc="-236" kern="0" dirty="0">
                <a:solidFill>
                  <a:srgbClr val="00CE9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Pitch deck</a:t>
            </a:r>
            <a:endParaRPr lang="en-US" sz="7875" dirty="0"/>
          </a:p>
        </p:txBody>
      </p:sp>
      <p:sp>
        <p:nvSpPr>
          <p:cNvPr id="5" name="Text 3"/>
          <p:cNvSpPr/>
          <p:nvPr/>
        </p:nvSpPr>
        <p:spPr>
          <a:xfrm>
            <a:off x="190500" y="3519488"/>
            <a:ext cx="413861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E1EEE6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COMPANY x YOUR COMPANY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E1EEE6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 XX, 2024 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33863" y="2443163"/>
            <a:ext cx="1133475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spc="-3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ABAAAA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0975" y="1509713"/>
            <a:ext cx="2667000" cy="14097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119438" y="1504950"/>
            <a:ext cx="2667000" cy="11858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115050" y="1504950"/>
            <a:ext cx="2667000" cy="1185863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190500" y="95250"/>
            <a:ext cx="21574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Challenges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0519" y="4905375"/>
            <a:ext cx="1257300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790969" y="4905375"/>
            <a:ext cx="10572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PITCH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115050" y="1504950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#3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15050" y="2019300"/>
            <a:ext cx="3124200" cy="671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this chance to show them that you understand their problems, and you’re here to help.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19438" y="1504950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#2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19438" y="2019300"/>
            <a:ext cx="3124200" cy="671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things they’ve shared with you, so they know you’re listening to what they need.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80975" y="1509713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#1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0975" y="2024062"/>
            <a:ext cx="3124200" cy="895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a quick description of each challenge the customer faces—process pain points, product problems, etc.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6763" y="0"/>
            <a:ext cx="4567238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452438"/>
            <a:ext cx="2054226" cy="421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95250"/>
            <a:ext cx="17811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90500" y="1019175"/>
            <a:ext cx="3319463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spc="-5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Watt-A Game!</a:t>
            </a:r>
            <a:endParaRPr lang="en-US" sz="2550" dirty="0"/>
          </a:p>
        </p:txBody>
      </p:sp>
      <p:sp>
        <p:nvSpPr>
          <p:cNvPr id="6" name="Text 2"/>
          <p:cNvSpPr/>
          <p:nvPr/>
        </p:nvSpPr>
        <p:spPr>
          <a:xfrm>
            <a:off x="190500" y="2028825"/>
            <a:ext cx="3319463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your visuals with a bit of context, then link away to relevant Figma files, product docs, etc. Better yet, paste in a Figma prototype for that wow factor.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90519" y="4905375"/>
            <a:ext cx="1257300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8" name="Text 4"/>
          <p:cNvSpPr/>
          <p:nvPr/>
        </p:nvSpPr>
        <p:spPr>
          <a:xfrm>
            <a:off x="3790969" y="4905375"/>
            <a:ext cx="10572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PITCH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6763" y="0"/>
            <a:ext cx="4567238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013" y="304800"/>
            <a:ext cx="2119313" cy="4510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95250"/>
            <a:ext cx="17811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90500" y="1019175"/>
            <a:ext cx="3319463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spc="-5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Here’s our mobile product.</a:t>
            </a:r>
            <a:endParaRPr lang="en-US" sz="2550" dirty="0"/>
          </a:p>
        </p:txBody>
      </p:sp>
      <p:sp>
        <p:nvSpPr>
          <p:cNvPr id="6" name="Text 2"/>
          <p:cNvSpPr/>
          <p:nvPr/>
        </p:nvSpPr>
        <p:spPr>
          <a:xfrm>
            <a:off x="190500" y="2028825"/>
            <a:ext cx="3319463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your visuals with a bit of context, then link away to relevant Figma files, product docs, etc. Better yet, paste in a Figma prototype for that wow factor.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90519" y="4905375"/>
            <a:ext cx="1257300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8" name="Text 4"/>
          <p:cNvSpPr/>
          <p:nvPr/>
        </p:nvSpPr>
        <p:spPr>
          <a:xfrm>
            <a:off x="3790969" y="4905375"/>
            <a:ext cx="10572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PITCH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757238"/>
            <a:ext cx="6172200" cy="3933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" y="95250"/>
            <a:ext cx="17811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90519" y="4905375"/>
            <a:ext cx="1257300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3790969" y="4905375"/>
            <a:ext cx="10572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PITCH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90500" y="1019175"/>
            <a:ext cx="3319463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spc="-5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Here’s our desktop / web product.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90500" y="2028825"/>
            <a:ext cx="3319463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your visuals with a bit of context, then link away to relevant Figma files, product docs, etc. Better yet, paste in a Figma prototype for that wow factor.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471613"/>
            <a:ext cx="2386013" cy="70961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200025" y="2405063"/>
            <a:ext cx="2386013" cy="7096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90500" y="3338513"/>
            <a:ext cx="2386013" cy="547688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763" y="95250"/>
            <a:ext cx="2871788" cy="233959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488" y="95250"/>
            <a:ext cx="2867025" cy="2339596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763" y="2632453"/>
            <a:ext cx="2871788" cy="233959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488" y="2632453"/>
            <a:ext cx="2867025" cy="233959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80975" y="171450"/>
            <a:ext cx="25860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We’re Different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90519" y="4905375"/>
            <a:ext cx="1257300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11" name="Text 5"/>
          <p:cNvSpPr/>
          <p:nvPr/>
        </p:nvSpPr>
        <p:spPr>
          <a:xfrm>
            <a:off x="190500" y="3338513"/>
            <a:ext cx="2843213" cy="223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 #3: 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90500" y="3562350"/>
            <a:ext cx="2843213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sure these tie back to the customers’ challenges to make sure they really hit home.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200025" y="2405063"/>
            <a:ext cx="2843213" cy="223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 #2: 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200025" y="2628900"/>
            <a:ext cx="2843213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these points with images on the right that demonstrate what you mean, like screenshots of specific features.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90500" y="1471613"/>
            <a:ext cx="2843213" cy="223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 #1: 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90500" y="1695450"/>
            <a:ext cx="2843213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Describe what makes your product different, so the customer knows what you offer that your competitors don’t. (Or better yet, can’t.)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471613"/>
            <a:ext cx="2386013" cy="70961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200025" y="2405063"/>
            <a:ext cx="2386013" cy="7096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90500" y="3338513"/>
            <a:ext cx="2386013" cy="547688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488" y="95250"/>
            <a:ext cx="5834063" cy="4781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0500" y="95250"/>
            <a:ext cx="25860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We’re Different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90519" y="4905375"/>
            <a:ext cx="1257300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190500" y="3338513"/>
            <a:ext cx="2843213" cy="223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 #3: 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90500" y="3562350"/>
            <a:ext cx="2843213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sure these tie back to the customers’ challenges to make sure they really hit home.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0025" y="2405063"/>
            <a:ext cx="2843213" cy="223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 #2: 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00025" y="2628900"/>
            <a:ext cx="2843213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these points with images on the right that demonstrate what you mean, like screenshots of specific features.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90500" y="1471613"/>
            <a:ext cx="2843213" cy="223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 #1: 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90500" y="1695450"/>
            <a:ext cx="2843213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Describe what makes your product different, so the customer knows what you offer that your competitors don’t. (Or better yet, can’t.)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4025" y="3540919"/>
            <a:ext cx="452438" cy="452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1713" y="3490913"/>
            <a:ext cx="322897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E1EEE6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Name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E1EEE6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 · Age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81000" y="95250"/>
            <a:ext cx="8839200" cy="3000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spc="-236" kern="0" dirty="0">
                <a:solidFill>
                  <a:srgbClr val="E1EEE6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“This is a big, bold, memorable quote from a client.”</a:t>
            </a:r>
            <a:endParaRPr lang="en-US" sz="7875" dirty="0"/>
          </a:p>
        </p:txBody>
      </p:sp>
      <p:sp>
        <p:nvSpPr>
          <p:cNvPr id="5" name="Text 2"/>
          <p:cNvSpPr/>
          <p:nvPr/>
        </p:nvSpPr>
        <p:spPr>
          <a:xfrm>
            <a:off x="190519" y="4905375"/>
            <a:ext cx="1252537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790969" y="4905375"/>
            <a:ext cx="10572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PITCH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CE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71550"/>
            <a:ext cx="2919413" cy="417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500" y="95250"/>
            <a:ext cx="1685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90519" y="4905375"/>
            <a:ext cx="1257300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NAME 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790969" y="4905375"/>
            <a:ext cx="10572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PITCH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7936706" y="2271713"/>
            <a:ext cx="1138237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 stat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8055769" y="1995487"/>
            <a:ext cx="9001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XX%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39087" y="3067050"/>
            <a:ext cx="1138237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 stat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058150" y="2790825"/>
            <a:ext cx="9001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XX%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39087" y="3862387"/>
            <a:ext cx="1138237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74"/>
              </a:lnSpc>
              <a:buNone/>
            </a:pPr>
            <a:r>
              <a:rPr lang="en-US" sz="825" spc="-25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 stat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8058150" y="3586163"/>
            <a:ext cx="9001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XX%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7688" y="1595438"/>
            <a:ext cx="3933825" cy="1952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spc="-5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“This is a big, bold, memorable quote from a client. It should reinforce the story you’ve told up to this point.”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581525"/>
            <a:ext cx="466725" cy="466725"/>
          </a:xfrm>
          <a:prstGeom prst="ellipse">
            <a:avLst/>
          </a:prstGeom>
          <a:solidFill>
            <a:srgbClr val="E1EEE6"/>
          </a:solidFill>
          <a:ln/>
        </p:spPr>
      </p:sp>
      <p:sp>
        <p:nvSpPr>
          <p:cNvPr id="3" name="Shape 1"/>
          <p:cNvSpPr/>
          <p:nvPr/>
        </p:nvSpPr>
        <p:spPr>
          <a:xfrm>
            <a:off x="8486775" y="4581525"/>
            <a:ext cx="466725" cy="466725"/>
          </a:xfrm>
          <a:prstGeom prst="ellipse">
            <a:avLst/>
          </a:prstGeom>
          <a:solidFill>
            <a:srgbClr val="E1EEE6"/>
          </a:solidFill>
          <a:ln/>
        </p:spPr>
      </p:sp>
      <p:sp>
        <p:nvSpPr>
          <p:cNvPr id="4" name="Text 2"/>
          <p:cNvSpPr/>
          <p:nvPr/>
        </p:nvSpPr>
        <p:spPr>
          <a:xfrm>
            <a:off x="190500" y="95250"/>
            <a:ext cx="9220200" cy="1000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spc="-236" kern="0" dirty="0">
                <a:solidFill>
                  <a:srgbClr val="00CE9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you!</a:t>
            </a:r>
            <a:endParaRPr lang="en-US" sz="7875" dirty="0"/>
          </a:p>
        </p:txBody>
      </p:sp>
      <p:sp>
        <p:nvSpPr>
          <p:cNvPr id="5" name="Text 3"/>
          <p:cNvSpPr/>
          <p:nvPr/>
        </p:nvSpPr>
        <p:spPr>
          <a:xfrm>
            <a:off x="190500" y="3362325"/>
            <a:ext cx="322897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36" kern="0" dirty="0">
                <a:solidFill>
                  <a:srgbClr val="E1EEE6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 out to us if you have questions.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2025-11-25T07:42:46Z</dcterms:created>
  <dcterms:modified xsi:type="dcterms:W3CDTF">2025-11-25T07:42:46Z</dcterms:modified>
</cp:coreProperties>
</file>